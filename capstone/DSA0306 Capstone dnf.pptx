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g"/>
  <Override PartName="/ppt/media/image4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6" r:id="rId5"/>
    <p:sldId id="259" r:id="rId6"/>
    <p:sldId id="324" r:id="rId7"/>
    <p:sldId id="267" r:id="rId8"/>
    <p:sldId id="264" r:id="rId9"/>
    <p:sldId id="265" r:id="rId10"/>
    <p:sldId id="263" r:id="rId11"/>
    <p:sldId id="26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mula Maladri" userId="d9c8552e9f310bbb" providerId="LiveId" clId="{1274410C-0EA1-4C23-91B1-60C979B3A9BD}"/>
    <pc:docChg chg="undo custSel addSld delSld modSld sldOrd">
      <pc:chgData name="Yemula Maladri" userId="d9c8552e9f310bbb" providerId="LiveId" clId="{1274410C-0EA1-4C23-91B1-60C979B3A9BD}" dt="2026-08-22T02:58:31.437" v="1269" actId="14100"/>
      <pc:docMkLst>
        <pc:docMk/>
      </pc:docMkLst>
      <pc:sldChg chg="addSp delSp modSp mod">
        <pc:chgData name="Yemula Maladri" userId="d9c8552e9f310bbb" providerId="LiveId" clId="{1274410C-0EA1-4C23-91B1-60C979B3A9BD}" dt="2026-08-22T02:55:59.141" v="1257" actId="27636"/>
        <pc:sldMkLst>
          <pc:docMk/>
          <pc:sldMk cId="3747020856" sldId="256"/>
        </pc:sldMkLst>
        <pc:spChg chg="mod">
          <ac:chgData name="Yemula Maladri" userId="d9c8552e9f310bbb" providerId="LiveId" clId="{1274410C-0EA1-4C23-91B1-60C979B3A9BD}" dt="2026-08-06T03:55:38.408" v="1217" actId="20577"/>
          <ac:spMkLst>
            <pc:docMk/>
            <pc:sldMk cId="3747020856" sldId="256"/>
            <ac:spMk id="2" creationId="{0489B271-CC5F-B747-9070-6DAD4198BAA8}"/>
          </ac:spMkLst>
        </pc:spChg>
        <pc:spChg chg="mod">
          <ac:chgData name="Yemula Maladri" userId="d9c8552e9f310bbb" providerId="LiveId" clId="{1274410C-0EA1-4C23-91B1-60C979B3A9BD}" dt="2026-08-22T02:55:59.141" v="1257" actId="27636"/>
          <ac:spMkLst>
            <pc:docMk/>
            <pc:sldMk cId="3747020856" sldId="256"/>
            <ac:spMk id="3" creationId="{DC0D57CA-5349-C7B4-98E4-B3D03D7634D1}"/>
          </ac:spMkLst>
        </pc:spChg>
        <pc:spChg chg="add mod">
          <ac:chgData name="Yemula Maladri" userId="d9c8552e9f310bbb" providerId="LiveId" clId="{1274410C-0EA1-4C23-91B1-60C979B3A9BD}" dt="2026-08-06T03:14:40.747" v="955" actId="1076"/>
          <ac:spMkLst>
            <pc:docMk/>
            <pc:sldMk cId="3747020856" sldId="256"/>
            <ac:spMk id="7" creationId="{1651E9CE-2117-9E6A-DBFA-40B3F8FA5812}"/>
          </ac:spMkLst>
        </pc:spChg>
      </pc:sldChg>
      <pc:sldChg chg="modSp mod">
        <pc:chgData name="Yemula Maladri" userId="d9c8552e9f310bbb" providerId="LiveId" clId="{1274410C-0EA1-4C23-91B1-60C979B3A9BD}" dt="2026-08-06T03:56:34.044" v="1229" actId="1076"/>
        <pc:sldMkLst>
          <pc:docMk/>
          <pc:sldMk cId="3143449356" sldId="257"/>
        </pc:sldMkLst>
        <pc:spChg chg="mod">
          <ac:chgData name="Yemula Maladri" userId="d9c8552e9f310bbb" providerId="LiveId" clId="{1274410C-0EA1-4C23-91B1-60C979B3A9BD}" dt="2026-07-25T07:46:59.863" v="623" actId="2711"/>
          <ac:spMkLst>
            <pc:docMk/>
            <pc:sldMk cId="3143449356" sldId="257"/>
            <ac:spMk id="2" creationId="{1941BBAF-DC21-6684-0508-A09D6135B520}"/>
          </ac:spMkLst>
        </pc:spChg>
        <pc:spChg chg="mod">
          <ac:chgData name="Yemula Maladri" userId="d9c8552e9f310bbb" providerId="LiveId" clId="{1274410C-0EA1-4C23-91B1-60C979B3A9BD}" dt="2026-08-06T03:56:34.044" v="1229" actId="1076"/>
          <ac:spMkLst>
            <pc:docMk/>
            <pc:sldMk cId="3143449356" sldId="257"/>
            <ac:spMk id="3" creationId="{10C69388-48ED-5B83-15F6-AC900139A041}"/>
          </ac:spMkLst>
        </pc:spChg>
      </pc:sldChg>
      <pc:sldChg chg="modSp mod">
        <pc:chgData name="Yemula Maladri" userId="d9c8552e9f310bbb" providerId="LiveId" clId="{1274410C-0EA1-4C23-91B1-60C979B3A9BD}" dt="2026-08-06T03:56:40.246" v="1230" actId="1076"/>
        <pc:sldMkLst>
          <pc:docMk/>
          <pc:sldMk cId="929484095" sldId="258"/>
        </pc:sldMkLst>
        <pc:spChg chg="mod">
          <ac:chgData name="Yemula Maladri" userId="d9c8552e9f310bbb" providerId="LiveId" clId="{1274410C-0EA1-4C23-91B1-60C979B3A9BD}" dt="2026-07-28T05:54:06.829" v="781" actId="1036"/>
          <ac:spMkLst>
            <pc:docMk/>
            <pc:sldMk cId="929484095" sldId="258"/>
            <ac:spMk id="2" creationId="{27807B03-12B8-873B-4154-64E6AF29AAAB}"/>
          </ac:spMkLst>
        </pc:spChg>
        <pc:spChg chg="mod">
          <ac:chgData name="Yemula Maladri" userId="d9c8552e9f310bbb" providerId="LiveId" clId="{1274410C-0EA1-4C23-91B1-60C979B3A9BD}" dt="2026-08-06T03:56:40.246" v="1230" actId="1076"/>
          <ac:spMkLst>
            <pc:docMk/>
            <pc:sldMk cId="929484095" sldId="258"/>
            <ac:spMk id="4" creationId="{47BCB611-7085-E420-F094-6CB76AC322AF}"/>
          </ac:spMkLst>
        </pc:spChg>
      </pc:sldChg>
      <pc:sldChg chg="modSp mod">
        <pc:chgData name="Yemula Maladri" userId="d9c8552e9f310bbb" providerId="LiveId" clId="{1274410C-0EA1-4C23-91B1-60C979B3A9BD}" dt="2026-08-06T03:56:47.839" v="1231" actId="1076"/>
        <pc:sldMkLst>
          <pc:docMk/>
          <pc:sldMk cId="301466077" sldId="259"/>
        </pc:sldMkLst>
        <pc:spChg chg="mod">
          <ac:chgData name="Yemula Maladri" userId="d9c8552e9f310bbb" providerId="LiveId" clId="{1274410C-0EA1-4C23-91B1-60C979B3A9BD}" dt="2026-07-25T07:51:02.834" v="653" actId="2711"/>
          <ac:spMkLst>
            <pc:docMk/>
            <pc:sldMk cId="301466077" sldId="259"/>
            <ac:spMk id="2" creationId="{3D2ADD8E-D66B-D5D4-8D82-3E3E7B2A2399}"/>
          </ac:spMkLst>
        </pc:spChg>
        <pc:spChg chg="mod">
          <ac:chgData name="Yemula Maladri" userId="d9c8552e9f310bbb" providerId="LiveId" clId="{1274410C-0EA1-4C23-91B1-60C979B3A9BD}" dt="2026-08-06T03:56:47.839" v="1231" actId="1076"/>
          <ac:spMkLst>
            <pc:docMk/>
            <pc:sldMk cId="301466077" sldId="259"/>
            <ac:spMk id="4" creationId="{78AEFD21-0E80-306F-7D04-30E6D2AE8BE6}"/>
          </ac:spMkLst>
        </pc:spChg>
      </pc:sldChg>
      <pc:sldChg chg="addSp delSp modSp new mod ord">
        <pc:chgData name="Yemula Maladri" userId="d9c8552e9f310bbb" providerId="LiveId" clId="{1274410C-0EA1-4C23-91B1-60C979B3A9BD}" dt="2026-08-06T03:51:26.026" v="1178" actId="123"/>
        <pc:sldMkLst>
          <pc:docMk/>
          <pc:sldMk cId="3570015460" sldId="263"/>
        </pc:sldMkLst>
        <pc:spChg chg="mod">
          <ac:chgData name="Yemula Maladri" userId="d9c8552e9f310bbb" providerId="LiveId" clId="{1274410C-0EA1-4C23-91B1-60C979B3A9BD}" dt="2026-08-06T03:49:19.930" v="1154" actId="1076"/>
          <ac:spMkLst>
            <pc:docMk/>
            <pc:sldMk cId="3570015460" sldId="263"/>
            <ac:spMk id="2" creationId="{5A28E3CC-9F2E-960B-A9B2-B97C967E6B1B}"/>
          </ac:spMkLst>
        </pc:spChg>
        <pc:spChg chg="mod">
          <ac:chgData name="Yemula Maladri" userId="d9c8552e9f310bbb" providerId="LiveId" clId="{1274410C-0EA1-4C23-91B1-60C979B3A9BD}" dt="2026-08-06T03:51:26.026" v="1178" actId="123"/>
          <ac:spMkLst>
            <pc:docMk/>
            <pc:sldMk cId="3570015460" sldId="263"/>
            <ac:spMk id="3" creationId="{F4CF1BF4-EADE-D78D-8D7D-A08DCB10764A}"/>
          </ac:spMkLst>
        </pc:spChg>
        <pc:picChg chg="add mod ord">
          <ac:chgData name="Yemula Maladri" userId="d9c8552e9f310bbb" providerId="LiveId" clId="{1274410C-0EA1-4C23-91B1-60C979B3A9BD}" dt="2026-07-28T03:17:29.101" v="674" actId="167"/>
          <ac:picMkLst>
            <pc:docMk/>
            <pc:sldMk cId="3570015460" sldId="263"/>
            <ac:picMk id="5" creationId="{40F9EACC-1D11-0661-4D47-2A3933BCC086}"/>
          </ac:picMkLst>
        </pc:picChg>
        <pc:picChg chg="add mod ord">
          <ac:chgData name="Yemula Maladri" userId="d9c8552e9f310bbb" providerId="LiveId" clId="{1274410C-0EA1-4C23-91B1-60C979B3A9BD}" dt="2026-07-28T03:17:49.985" v="677" actId="1076"/>
          <ac:picMkLst>
            <pc:docMk/>
            <pc:sldMk cId="3570015460" sldId="263"/>
            <ac:picMk id="7" creationId="{1A304AD7-F514-8EA2-65CF-EC35BB0F2782}"/>
          </ac:picMkLst>
        </pc:picChg>
      </pc:sldChg>
      <pc:sldChg chg="addSp modSp new mod">
        <pc:chgData name="Yemula Maladri" userId="d9c8552e9f310bbb" providerId="LiveId" clId="{1274410C-0EA1-4C23-91B1-60C979B3A9BD}" dt="2026-08-06T03:51:42.085" v="1179" actId="255"/>
        <pc:sldMkLst>
          <pc:docMk/>
          <pc:sldMk cId="4042660132" sldId="264"/>
        </pc:sldMkLst>
        <pc:spChg chg="mod">
          <ac:chgData name="Yemula Maladri" userId="d9c8552e9f310bbb" providerId="LiveId" clId="{1274410C-0EA1-4C23-91B1-60C979B3A9BD}" dt="2026-08-06T03:51:42.085" v="1179" actId="255"/>
          <ac:spMkLst>
            <pc:docMk/>
            <pc:sldMk cId="4042660132" sldId="264"/>
            <ac:spMk id="2" creationId="{D0584D28-F628-94ED-8A8F-E7A917DECD64}"/>
          </ac:spMkLst>
        </pc:spChg>
        <pc:spChg chg="mod">
          <ac:chgData name="Yemula Maladri" userId="d9c8552e9f310bbb" providerId="LiveId" clId="{1274410C-0EA1-4C23-91B1-60C979B3A9BD}" dt="2026-08-06T03:41:55.430" v="1087" actId="255"/>
          <ac:spMkLst>
            <pc:docMk/>
            <pc:sldMk cId="4042660132" sldId="264"/>
            <ac:spMk id="3" creationId="{D7B26E2B-D9B5-71CD-640F-E513675B7906}"/>
          </ac:spMkLst>
        </pc:spChg>
        <pc:picChg chg="add mod">
          <ac:chgData name="Yemula Maladri" userId="d9c8552e9f310bbb" providerId="LiveId" clId="{1274410C-0EA1-4C23-91B1-60C979B3A9BD}" dt="2026-07-28T03:23:38.993" v="767" actId="1076"/>
          <ac:picMkLst>
            <pc:docMk/>
            <pc:sldMk cId="4042660132" sldId="264"/>
            <ac:picMk id="5" creationId="{03EFCF05-2304-F690-EA3E-D8D4410CC278}"/>
          </ac:picMkLst>
        </pc:picChg>
        <pc:picChg chg="add mod ord">
          <ac:chgData name="Yemula Maladri" userId="d9c8552e9f310bbb" providerId="LiveId" clId="{1274410C-0EA1-4C23-91B1-60C979B3A9BD}" dt="2026-08-06T03:43:59.902" v="1094" actId="167"/>
          <ac:picMkLst>
            <pc:docMk/>
            <pc:sldMk cId="4042660132" sldId="264"/>
            <ac:picMk id="7" creationId="{4C6CFF0B-70AB-2E2E-DF7A-720D79DDAA38}"/>
          </ac:picMkLst>
        </pc:picChg>
      </pc:sldChg>
      <pc:sldChg chg="modSp add mod ord">
        <pc:chgData name="Yemula Maladri" userId="d9c8552e9f310bbb" providerId="LiveId" clId="{1274410C-0EA1-4C23-91B1-60C979B3A9BD}" dt="2026-08-06T03:48:06.071" v="1147" actId="255"/>
        <pc:sldMkLst>
          <pc:docMk/>
          <pc:sldMk cId="1606476005" sldId="265"/>
        </pc:sldMkLst>
        <pc:spChg chg="mod">
          <ac:chgData name="Yemula Maladri" userId="d9c8552e9f310bbb" providerId="LiveId" clId="{1274410C-0EA1-4C23-91B1-60C979B3A9BD}" dt="2026-08-06T03:46:02.912" v="1121" actId="1076"/>
          <ac:spMkLst>
            <pc:docMk/>
            <pc:sldMk cId="1606476005" sldId="265"/>
            <ac:spMk id="2" creationId="{4D653FC9-171C-1DF1-3A10-4E9881B862FA}"/>
          </ac:spMkLst>
        </pc:spChg>
        <pc:spChg chg="mod">
          <ac:chgData name="Yemula Maladri" userId="d9c8552e9f310bbb" providerId="LiveId" clId="{1274410C-0EA1-4C23-91B1-60C979B3A9BD}" dt="2026-08-06T03:48:06.071" v="1147" actId="255"/>
          <ac:spMkLst>
            <pc:docMk/>
            <pc:sldMk cId="1606476005" sldId="265"/>
            <ac:spMk id="3" creationId="{722BF409-CE00-7836-599B-3EB6CE00A4B9}"/>
          </ac:spMkLst>
        </pc:spChg>
        <pc:picChg chg="mod">
          <ac:chgData name="Yemula Maladri" userId="d9c8552e9f310bbb" providerId="LiveId" clId="{1274410C-0EA1-4C23-91B1-60C979B3A9BD}" dt="2026-08-06T03:45:58.289" v="1120" actId="14100"/>
          <ac:picMkLst>
            <pc:docMk/>
            <pc:sldMk cId="1606476005" sldId="265"/>
            <ac:picMk id="5" creationId="{6C9DFE8D-DE17-E500-3712-76AED6C0DB62}"/>
          </ac:picMkLst>
        </pc:picChg>
        <pc:picChg chg="mod">
          <ac:chgData name="Yemula Maladri" userId="d9c8552e9f310bbb" providerId="LiveId" clId="{1274410C-0EA1-4C23-91B1-60C979B3A9BD}" dt="2026-08-06T03:45:53.923" v="1119" actId="14100"/>
          <ac:picMkLst>
            <pc:docMk/>
            <pc:sldMk cId="1606476005" sldId="265"/>
            <ac:picMk id="7" creationId="{ABEC65DA-683C-BA6D-F72C-7FA488D07B1E}"/>
          </ac:picMkLst>
        </pc:picChg>
      </pc:sldChg>
      <pc:sldChg chg="modSp add mod">
        <pc:chgData name="Yemula Maladri" userId="d9c8552e9f310bbb" providerId="LiveId" clId="{1274410C-0EA1-4C23-91B1-60C979B3A9BD}" dt="2026-08-06T03:56:57.871" v="1232" actId="2710"/>
        <pc:sldMkLst>
          <pc:docMk/>
          <pc:sldMk cId="3707986362" sldId="267"/>
        </pc:sldMkLst>
        <pc:spChg chg="mod">
          <ac:chgData name="Yemula Maladri" userId="d9c8552e9f310bbb" providerId="LiveId" clId="{1274410C-0EA1-4C23-91B1-60C979B3A9BD}" dt="2026-08-06T03:34:19.222" v="1029" actId="1076"/>
          <ac:spMkLst>
            <pc:docMk/>
            <pc:sldMk cId="3707986362" sldId="267"/>
            <ac:spMk id="2" creationId="{C6797771-C9A6-9480-6D1D-3585D30480C3}"/>
          </ac:spMkLst>
        </pc:spChg>
        <pc:spChg chg="mod">
          <ac:chgData name="Yemula Maladri" userId="d9c8552e9f310bbb" providerId="LiveId" clId="{1274410C-0EA1-4C23-91B1-60C979B3A9BD}" dt="2026-08-06T03:56:57.871" v="1232" actId="2710"/>
          <ac:spMkLst>
            <pc:docMk/>
            <pc:sldMk cId="3707986362" sldId="267"/>
            <ac:spMk id="3" creationId="{9451BFEE-6389-0010-4A63-E452BC1545B6}"/>
          </ac:spMkLst>
        </pc:spChg>
        <pc:picChg chg="mod">
          <ac:chgData name="Yemula Maladri" userId="d9c8552e9f310bbb" providerId="LiveId" clId="{1274410C-0EA1-4C23-91B1-60C979B3A9BD}" dt="2026-08-06T03:33:56.773" v="1023" actId="14100"/>
          <ac:picMkLst>
            <pc:docMk/>
            <pc:sldMk cId="3707986362" sldId="267"/>
            <ac:picMk id="5" creationId="{B7996AB1-A0C6-1880-9330-576D102F7183}"/>
          </ac:picMkLst>
        </pc:picChg>
        <pc:picChg chg="mod">
          <ac:chgData name="Yemula Maladri" userId="d9c8552e9f310bbb" providerId="LiveId" clId="{1274410C-0EA1-4C23-91B1-60C979B3A9BD}" dt="2026-08-06T03:33:51.588" v="1022" actId="1076"/>
          <ac:picMkLst>
            <pc:docMk/>
            <pc:sldMk cId="3707986362" sldId="267"/>
            <ac:picMk id="7" creationId="{F62B06B5-EE7B-1E8C-ED1C-B03028C03674}"/>
          </ac:picMkLst>
        </pc:picChg>
      </pc:sldChg>
      <pc:sldChg chg="modSp add mod">
        <pc:chgData name="Yemula Maladri" userId="d9c8552e9f310bbb" providerId="LiveId" clId="{1274410C-0EA1-4C23-91B1-60C979B3A9BD}" dt="2026-08-06T03:54:36.420" v="1210" actId="255"/>
        <pc:sldMkLst>
          <pc:docMk/>
          <pc:sldMk cId="3129893720" sldId="268"/>
        </pc:sldMkLst>
        <pc:spChg chg="mod">
          <ac:chgData name="Yemula Maladri" userId="d9c8552e9f310bbb" providerId="LiveId" clId="{1274410C-0EA1-4C23-91B1-60C979B3A9BD}" dt="2026-08-06T03:52:30.068" v="1183"/>
          <ac:spMkLst>
            <pc:docMk/>
            <pc:sldMk cId="3129893720" sldId="268"/>
            <ac:spMk id="2" creationId="{C3DA964C-7D8A-5D8F-68AD-D7A6EECE6F55}"/>
          </ac:spMkLst>
        </pc:spChg>
        <pc:spChg chg="mod">
          <ac:chgData name="Yemula Maladri" userId="d9c8552e9f310bbb" providerId="LiveId" clId="{1274410C-0EA1-4C23-91B1-60C979B3A9BD}" dt="2026-08-06T03:54:36.420" v="1210" actId="255"/>
          <ac:spMkLst>
            <pc:docMk/>
            <pc:sldMk cId="3129893720" sldId="268"/>
            <ac:spMk id="3" creationId="{4D6EB6FF-B3F0-0103-B38D-7D91ED4A0F9F}"/>
          </ac:spMkLst>
        </pc:spChg>
        <pc:picChg chg="mod">
          <ac:chgData name="Yemula Maladri" userId="d9c8552e9f310bbb" providerId="LiveId" clId="{1274410C-0EA1-4C23-91B1-60C979B3A9BD}" dt="2026-08-06T03:52:48.922" v="1185" actId="14100"/>
          <ac:picMkLst>
            <pc:docMk/>
            <pc:sldMk cId="3129893720" sldId="268"/>
            <ac:picMk id="5" creationId="{AC35096A-DBA2-62DC-45A9-F3B9B1F5EEB9}"/>
          </ac:picMkLst>
        </pc:picChg>
        <pc:picChg chg="mod">
          <ac:chgData name="Yemula Maladri" userId="d9c8552e9f310bbb" providerId="LiveId" clId="{1274410C-0EA1-4C23-91B1-60C979B3A9BD}" dt="2026-08-06T03:52:44.307" v="1184" actId="14100"/>
          <ac:picMkLst>
            <pc:docMk/>
            <pc:sldMk cId="3129893720" sldId="268"/>
            <ac:picMk id="7" creationId="{C6AF94BC-E6FB-C34B-2FEE-4142351E6AD1}"/>
          </ac:picMkLst>
        </pc:picChg>
      </pc:sldChg>
      <pc:sldChg chg="modSp add mod ord">
        <pc:chgData name="Yemula Maladri" userId="d9c8552e9f310bbb" providerId="LiveId" clId="{1274410C-0EA1-4C23-91B1-60C979B3A9BD}" dt="2026-08-22T02:54:36.961" v="1239" actId="207"/>
        <pc:sldMkLst>
          <pc:docMk/>
          <pc:sldMk cId="3349573547" sldId="316"/>
        </pc:sldMkLst>
        <pc:spChg chg="mod">
          <ac:chgData name="Yemula Maladri" userId="d9c8552e9f310bbb" providerId="LiveId" clId="{1274410C-0EA1-4C23-91B1-60C979B3A9BD}" dt="2026-08-22T02:54:36.961" v="1239" actId="207"/>
          <ac:spMkLst>
            <pc:docMk/>
            <pc:sldMk cId="3349573547" sldId="316"/>
            <ac:spMk id="9" creationId="{10D6BC33-4839-260F-3988-B4EB253DF56A}"/>
          </ac:spMkLst>
        </pc:spChg>
      </pc:sldChg>
      <pc:sldChg chg="addSp delSp modSp add mod">
        <pc:chgData name="Yemula Maladri" userId="d9c8552e9f310bbb" providerId="LiveId" clId="{1274410C-0EA1-4C23-91B1-60C979B3A9BD}" dt="2026-08-22T02:58:31.437" v="1269" actId="14100"/>
        <pc:sldMkLst>
          <pc:docMk/>
          <pc:sldMk cId="2187092564" sldId="324"/>
        </pc:sldMkLst>
        <pc:spChg chg="mod">
          <ac:chgData name="Yemula Maladri" userId="d9c8552e9f310bbb" providerId="LiveId" clId="{1274410C-0EA1-4C23-91B1-60C979B3A9BD}" dt="2026-08-22T02:57:44.970" v="1259" actId="207"/>
          <ac:spMkLst>
            <pc:docMk/>
            <pc:sldMk cId="2187092564" sldId="324"/>
            <ac:spMk id="7" creationId="{FE1958A8-0350-88D3-0ED3-BC250A5DB68F}"/>
          </ac:spMkLst>
        </pc:spChg>
        <pc:spChg chg="add del mod">
          <ac:chgData name="Yemula Maladri" userId="d9c8552e9f310bbb" providerId="LiveId" clId="{1274410C-0EA1-4C23-91B1-60C979B3A9BD}" dt="2026-08-22T02:58:24.775" v="1267"/>
          <ac:spMkLst>
            <pc:docMk/>
            <pc:sldMk cId="2187092564" sldId="324"/>
            <ac:spMk id="9" creationId="{9FC5EE6F-07CD-FE53-7DD8-A81ADE840162}"/>
          </ac:spMkLst>
        </pc:spChg>
        <pc:picChg chg="add mod">
          <ac:chgData name="Yemula Maladri" userId="d9c8552e9f310bbb" providerId="LiveId" clId="{1274410C-0EA1-4C23-91B1-60C979B3A9BD}" dt="2026-08-22T02:58:06.939" v="1264" actId="1076"/>
          <ac:picMkLst>
            <pc:docMk/>
            <pc:sldMk cId="2187092564" sldId="324"/>
            <ac:picMk id="3" creationId="{73053ED6-820D-FD21-1E13-491E2DA1863B}"/>
          </ac:picMkLst>
        </pc:picChg>
        <pc:picChg chg="del">
          <ac:chgData name="Yemula Maladri" userId="d9c8552e9f310bbb" providerId="LiveId" clId="{1274410C-0EA1-4C23-91B1-60C979B3A9BD}" dt="2026-08-22T02:58:09.814" v="1265" actId="478"/>
          <ac:picMkLst>
            <pc:docMk/>
            <pc:sldMk cId="2187092564" sldId="324"/>
            <ac:picMk id="5" creationId="{06F6BAAE-0516-23E2-005F-615A6100B4E2}"/>
          </ac:picMkLst>
        </pc:picChg>
        <pc:picChg chg="add mod">
          <ac:chgData name="Yemula Maladri" userId="d9c8552e9f310bbb" providerId="LiveId" clId="{1274410C-0EA1-4C23-91B1-60C979B3A9BD}" dt="2026-08-22T02:58:02.537" v="1263" actId="1076"/>
          <ac:picMkLst>
            <pc:docMk/>
            <pc:sldMk cId="2187092564" sldId="324"/>
            <ac:picMk id="6" creationId="{86A4A374-5021-D5F8-5C78-BE453EF2BA04}"/>
          </ac:picMkLst>
        </pc:picChg>
        <pc:picChg chg="add mod ord">
          <ac:chgData name="Yemula Maladri" userId="d9c8552e9f310bbb" providerId="LiveId" clId="{1274410C-0EA1-4C23-91B1-60C979B3A9BD}" dt="2026-08-22T02:58:31.437" v="1269" actId="14100"/>
          <ac:picMkLst>
            <pc:docMk/>
            <pc:sldMk cId="2187092564" sldId="324"/>
            <ac:picMk id="11" creationId="{46F0C8D2-5EFC-443B-D178-62554B6501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C8C9-6C83-E34F-700F-BBCDAEE38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88E38-B3D1-4579-3537-FA3E37570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1A80-AD17-BE00-CB9F-2EB4B8D1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37945-E014-1947-E987-6BB3A481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2725-756D-7D4A-8B52-F7B20AA8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7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C044-7F03-F3EC-7262-8E2E0AF0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93D1-492D-FADF-63B4-D985E21E7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91746-651D-157A-42E5-A7326669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863B-F19E-54B6-D416-B573CB0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8910-B106-96EC-3511-82685780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125F-EA9C-AD08-F13E-627829A3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10609-19D6-A9B5-9653-D3DEF70B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8BB4A-5B38-3B2B-8DAD-DB2687E0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9F45E-21DC-6931-00F4-DA27CA03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31DA-DA0A-1BE4-28CD-6F763A2F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10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FB36-5156-8BA2-E53C-EDB9506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5B8F-1DDA-4D97-B1FA-A5AE8DDBB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B93E8-1BBD-50E9-6FAE-AF36D5AB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DE3C3-0A06-BA72-ADE6-342961E6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F8223-DD0F-EEE3-839B-FC24DDA1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59D54-3374-D618-30FB-831ED22F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9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E729-8C33-4619-0082-2EE48C5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84D28-155F-4CC9-5F2A-4FF835641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0CA93-9712-14C5-0805-AF4C38787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39D49-B1E9-3652-6B6A-EB0B10861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9B599-9B45-895F-7B1C-DB44E452E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CC526-3C84-BF1E-4A3E-73AC8DDA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6C075-2219-CDEA-D4F0-BDF5CB95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49E1A-C3D4-C16E-2876-65AF9107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8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134A-0FAB-0E9A-238F-D48A9204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18ECC-991A-37FE-D274-8FD58B73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7AB0C-D8FC-5FA7-AA17-88768D9C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B78E7-A3A1-5098-0CB7-109E77B5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93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7415A-2263-9B6D-3B42-193A2553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86474-66E9-4C77-7C50-ECDFD242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FEA4A-94EB-AB93-BF4B-6CFC72E3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8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9ECC-F04A-86A4-C4C6-5888E171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7EB9-8AAE-6C98-FE79-8039E95A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FF44B-A443-B456-2D00-18E6EEAF9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B2B7A-E523-2B53-DB22-1C2A49A9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6C3F0-A14F-3668-D379-BEF623B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F48C-CCCF-926B-F848-30F0B2D1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2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022-5369-02CE-9810-B55CD384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812AC-7E53-2813-63E7-A5159C494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1B4CB-699E-7426-2722-9CF293CD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FDD49-4802-45AA-AE19-229E50C9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C6E9D-4FC7-9C5D-E999-1873D801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DFB16-AB2C-EEB8-0CA8-6F0ABC7E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3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AA16-F02B-CE30-7485-B6773F12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63A14-CA68-DEC5-A38F-A19F15C87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E712-325A-56A1-32E8-51F787D6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5988-D081-F0AC-0CEC-3B71706D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9587-4D7C-2B43-BE14-EDD54076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3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2BE77-40C7-509C-35AE-A19B0CF78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F5C7-90D7-A74E-A0AC-3575136B6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EC28-B929-C840-13F9-C7CEF9D7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097FA-D95C-85C4-2A27-3ADE2F77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2D246-C8CA-6D9D-F7DF-EF2330B5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9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66F28-70B3-DC10-3FB2-51186EB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B1D59-D379-A165-1C13-A8EA4DB22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1F3D-FB35-4BA4-3760-597FEA1E5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14721-F34E-46BA-A6BF-9577C8CD4FCE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B9BC-618C-7694-8E97-EC796CCA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840B4-0A9F-3969-57B1-F3C97354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8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B271-CC5F-B747-9070-6DAD4198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048" y="158168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Citizen Support and Complaint Management Using Natural Language Processing</a:t>
            </a: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DSA0306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D57CA-5349-C7B4-98E4-B3D03D763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794" y="4237156"/>
            <a:ext cx="9555126" cy="1929964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1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Kiran Kumar(192472321)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Sai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(192425218)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Leela Sravan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(192425272)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Mohith Krishna (192425199)</a:t>
            </a:r>
          </a:p>
          <a:p>
            <a:pPr algn="r"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Varshan (192325089)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9C35919C-82D2-0D88-031F-C5C7BF4DD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AEF2F4B0-A7F4-6A0B-2462-AC7A38C6B9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1E9CE-2117-9E6A-DBFA-40B3F8FA5812}"/>
              </a:ext>
            </a:extLst>
          </p:cNvPr>
          <p:cNvSpPr txBox="1"/>
          <p:nvPr/>
        </p:nvSpPr>
        <p:spPr>
          <a:xfrm>
            <a:off x="1051206" y="5065037"/>
            <a:ext cx="3932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T. Kumaragurubaran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2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BBAF-DC21-6684-0508-A09D6135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9388-48ED-5B83-15F6-AC900139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2777"/>
            <a:ext cx="10515600" cy="4351338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agencies receive thousands of citizen complaints every day through websites, mobile apps, emails, and social media.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handling is slow, time-consuming, and prone to delays and errors.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combined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computers to understand,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process human language.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automatically understands citizen complaints, categorizes them, identifies urgency, routes them to the appropriate department, and provides instant responses.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transparency, efficiency, citizen satisfaction, and overall public service delivery.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6F7D8E28-C36A-266B-11DD-4383C09194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3DEA831A-BF99-649B-8647-74DA1992F4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344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7B03-12B8-873B-4154-64E6AF29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44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BCB611-7085-E420-F094-6CB76AC32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310" y="2043668"/>
            <a:ext cx="10495437" cy="3926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citizen complaint management system using NLP.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classify complaints into relevant government departments.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complaint priority and urgency using sentiment and text analysis.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duplicate or similar complaints to reduce redundant processing.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multilingual support for citizens.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automated acknowledgments and responses using AI.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complaint status and provide real-time updates.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complaint resolution efficiency, transparency, and citizen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CD454CB4-C666-5054-F264-BB1030A5A1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2C72BE0E-C774-A955-FB73-0139B88F6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48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9FA57-2FB8-FF44-6BB1-4C2D8E3D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7735FB6-1F41-BA20-BE37-E3236E9660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14DCFD4-42AA-7C57-77FC-875AABA4A4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D6BC33-4839-260F-3988-B4EB253DF56A}"/>
              </a:ext>
            </a:extLst>
          </p:cNvPr>
          <p:cNvSpPr txBox="1"/>
          <p:nvPr/>
        </p:nvSpPr>
        <p:spPr>
          <a:xfrm>
            <a:off x="3028336" y="562365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86BD3-5465-7F0E-9A4B-03C0E57E4021}"/>
              </a:ext>
            </a:extLst>
          </p:cNvPr>
          <p:cNvSpPr txBox="1"/>
          <p:nvPr/>
        </p:nvSpPr>
        <p:spPr>
          <a:xfrm>
            <a:off x="800756" y="1738788"/>
            <a:ext cx="9562444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submit complaints through websites, mobile apps, phone calls, or help desks.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generally stored and processed manually.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category and department are often selected manually.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complaints are mainly handled as simple text records.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or videos are generally used only as supporting evidence.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 may be registered as separate cases.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often assigned based on manual assessment.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AI-based analysis and city-level intelligence is available.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result in delays, repeated work, and inefficient resource allocation.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DD8E-D66B-D5D4-8D82-3E3E7B2A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EFD21-0E80-306F-7D04-30E6D2AE8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05928"/>
            <a:ext cx="9289312" cy="516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complaint management systems rely heavily on manual processing.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submitted in different languages and writing styles are difficult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complaint classification and forwarding increase resolution time.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 waste administrative resources.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status updates reduces citizen trust.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automatically understand, classify, prioritize, and manage citizen complaints using NLP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C81F524-5C69-DF78-95EC-85568E432F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724700A3-5AD0-B32A-5D80-F5641E68AA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1958A8-0350-88D3-0ED3-BC250A5D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487680"/>
            <a:ext cx="7335520" cy="5689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61;p1">
            <a:extLst>
              <a:ext uri="{FF2B5EF4-FFF2-40B4-BE49-F238E27FC236}">
                <a16:creationId xmlns:a16="http://schemas.microsoft.com/office/drawing/2014/main" id="{73053ED6-820D-FD21-1E13-491E2DA186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315" y="10064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86A4A374-5021-D5F8-5C78-BE453EF2BA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495" y="100647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6F0C8D2-5EFC-443B-D178-62554B65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443671"/>
            <a:ext cx="8286407" cy="47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9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D8E5-B8BC-C6BE-6029-2B492286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F62B06B5-EE7B-1E8C-ED1C-B03028C036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B7996AB1-A0C6-1880-9330-576D102F7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94488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97771-C9A6-9480-6D1D-3585D304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1: Intelligent Complaint Classification using Transformer Models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1BFEE-6389-0010-4A63-E452BC15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categorizes complaints into departments (Water, Electricity, Roads, Sanitation, etc.) using advanced NLP models like BERT 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simple keyword matching.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enters a complaint.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BERT model analyzes the text and understands its context.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automatically classified into the correct department (Water, Roads, Electricity, Sanitation, etc.).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forwarded to the respective department.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classification.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routing accuracy.</a:t>
            </a:r>
          </a:p>
          <a:p>
            <a:pPr lvl="1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370798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4C6CFF0B-70AB-2E2E-DF7A-720D79DDAA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46385" y="23368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84D28-F628-94ED-8A8F-E7A917DE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321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Severity and Urgency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6E2B-D9B5-71CD-640F-E513675B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identifies the urgency of a complaint by analyzing its sentiment and emotional tone, ensuring critical issues are handled first.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complaint.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analysis model evaluates the text.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a priority level (Low, Medium, High, or Critical).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complaints are forwarded for immediate attention.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03EFCF05-2304-F690-EA3E-D8D4410CC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60" y="1466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66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88EC-42E2-5C28-6E0C-63C58B61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ABEC65DA-683C-BA6D-F72C-7FA488D07B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9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6C9DFE8D-DE17-E500-3712-76AED6C0DB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04838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53FC9-171C-1DF1-3A10-4E9881B8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60" y="3832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Complaint Understanding and Translation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F409-CE00-7836-599B-3EB6CE00A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citizens to submit complaints in regional languages and automatically translates them into a common language while preserving the original meaning.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complaint in any supported language.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translation model detects the language.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translated into English (or another common language).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translated complaint is processed by the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identification.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multilingual communication.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7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1A304AD7-F514-8EA2-65CF-EC35BB0F27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36250" y="9524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40F9EACC-1D11-0661-4D47-2A3933BCC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28E3CC-9F2E-960B-A9B2-B97C967E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2051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 Detection using Semantic Similarity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1BF4-EADE-D78D-8D7D-A08DCB10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duplicate complaints by comparing the meaning of new complaints with existing ones instead of matching only exact words.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complaint is submitted.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semantic similarity model compares it with previous complaints.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similarity score is high, the complaint is marked as a duplicate.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it is registered as a new complaint.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 detection.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redundant records.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1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2C0E-777C-98CE-1E1D-A09073EB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C6AF94BC-E6FB-C34B-2FEE-4142351E6AD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71200" y="9524"/>
            <a:ext cx="128524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AC35096A-DBA2-62DC-45A9-F3B9B1F5EE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96520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DA964C-7D8A-5D8F-68AD-D7A6EECE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2051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for Complaint Reports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B6FF-B3F0-0103-B38D-7D91ED4A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a short and meaningful summary of lengthy complaints, helping officials understand issues quickly.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detailed complaint.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 summarization model extracts the key points.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concise summary is generated.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Officials review the summary before taking action.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complaint review.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efficiency.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89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8AD1D-988D-E1F4-DDCD-65E567C9DD9C}"/>
              </a:ext>
            </a:extLst>
          </p:cNvPr>
          <p:cNvSpPr txBox="1"/>
          <p:nvPr/>
        </p:nvSpPr>
        <p:spPr>
          <a:xfrm>
            <a:off x="1524000" y="2072640"/>
            <a:ext cx="885024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335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862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 AI-Driven Citizen Support and Complaint Management Using Natural Language Processing  Course code – DSA0306 Natural Language Processing </vt:lpstr>
      <vt:lpstr>Introduction</vt:lpstr>
      <vt:lpstr>Objectives </vt:lpstr>
      <vt:lpstr>PowerPoint Presentation</vt:lpstr>
      <vt:lpstr>Problem Statement</vt:lpstr>
      <vt:lpstr>Architecture Diagram</vt:lpstr>
      <vt:lpstr> Module 1: Intelligent Complaint Classification using Transformer Models </vt:lpstr>
      <vt:lpstr>Module 2: Complaint Severity and Urgency  Detection</vt:lpstr>
      <vt:lpstr>   Module 3 : Multi-language Complaint Understanding and Translation</vt:lpstr>
      <vt:lpstr>   Module 4: Duplicate Complaint Detection using Semantic Similarity</vt:lpstr>
      <vt:lpstr>   Module 5: Text Summarization for Complaint Reports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Yemula Maladri</dc:creator>
  <cp:lastModifiedBy>Yemula Maladri</cp:lastModifiedBy>
  <cp:revision>1</cp:revision>
  <dcterms:created xsi:type="dcterms:W3CDTF">2026-05-08T15:30:31Z</dcterms:created>
  <dcterms:modified xsi:type="dcterms:W3CDTF">2026-08-22T03:03:24Z</dcterms:modified>
</cp:coreProperties>
</file>